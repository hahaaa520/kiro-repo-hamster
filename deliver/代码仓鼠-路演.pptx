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 · 约 30 秒】</a:t>
            </a:r>
          </a:p>
          <a:p>
            <a:r>
              <a:t>大家好，我们是「代码仓鼠」。先记住一句话：你写代码，它吃饭。</a:t>
            </a:r>
          </a:p>
          <a:p>
            <a:r>
              <a:t>它不是工具，是一只住在你 GitHub 仓库里的电子宠物：</a:t>
            </a:r>
          </a:p>
          <a:p>
            <a:r>
              <a:t>输入用户名，3 秒领养；你提交，它吃饭；你摆烂，它会饿、会 emo，</a:t>
            </a:r>
          </a:p>
          <a:p>
            <a:r>
              <a:t>14 天它会离家出走。今天先给大家看一只饿了七天的仓鼠。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【共鸣 · 约 40 秒】</a:t>
            </a:r>
          </a:p>
          <a:p>
            <a:r>
              <a:t>每个开发者的备忘录里，都躺着几个“有空就做”的点子。</a:t>
            </a:r>
          </a:p>
          <a:p>
            <a:r>
              <a:t>不是做不了，是正经项目永远排在前面。</a:t>
            </a:r>
          </a:p>
          <a:p>
            <a:r>
              <a:t>于是 commit 一拖再拖、代码里的刺没人看第二眼、写代码变成流水线。</a:t>
            </a:r>
          </a:p>
          <a:p>
            <a:r>
              <a:t>我们想让这件事重新有点温度——所以，把仓库拟人化成一只仓鼠。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【机制 · 约 50 秒】</a:t>
            </a:r>
          </a:p>
          <a:p>
            <a:r>
              <a:t>玩法很简单：输入 GitHub 用户名，只读公开仓库。</a:t>
            </a:r>
          </a:p>
          <a:p>
            <a:r>
              <a:t>我们读三样东西：提交频率、commit message、最近一次 diff。</a:t>
            </a:r>
          </a:p>
          <a:p>
            <a:r>
              <a:t>它们会变成四个状态：体重、心情、饥饿、亲密度。</a:t>
            </a:r>
          </a:p>
          <a:p>
            <a:r>
              <a:t>一次 commit 等于一颗瓜子；7 天不写它 emo；14 天离家出走；</a:t>
            </a:r>
          </a:p>
          <a:p>
            <a:r>
              <a:t>投喂一颗瓜子，它可能会回来。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【产品演示 · 约 40 秒】</a:t>
            </a:r>
          </a:p>
          <a:p>
            <a:r>
              <a:t>产品打开就能玩。左边是领养入口，下面是它的窝、贡献图和状态。</a:t>
            </a:r>
          </a:p>
          <a:p>
            <a:r>
              <a:t>门槛故意降到零：不用登录、不用授权。</a:t>
            </a:r>
          </a:p>
          <a:p>
            <a:r>
              <a:t>现场可以把用户名给我，30 秒后你就能看到一只属于你的仓鼠，</a:t>
            </a:r>
          </a:p>
          <a:p>
            <a:r>
              <a:t>以及它的第一句吐槽。右上角的 Kiro Hook 已连接——保存代码就能投喂。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【高光 · 约 40 秒】</a:t>
            </a:r>
          </a:p>
          <a:p>
            <a:r>
              <a:t>它还有一个很好玩的腮帮子：读取最近一次 diff，给出三条轻量提示。</a:t>
            </a:r>
          </a:p>
          <a:p>
            <a:r>
              <a:t>不是正式 code review，也不说教，用仓鼠的语气吐槽你。</a:t>
            </a:r>
          </a:p>
          <a:p>
            <a:r>
              <a:t>比如 JSON.parse 没包 try/catch，它会说“崩了一下牙”。</a:t>
            </a:r>
          </a:p>
          <a:p>
            <a:r>
              <a:t>它还会生成一张 4:5 的体检报告，保存、发群、发朋友圈都行。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【Kiro 深度 · 约 60 秒】</a:t>
            </a:r>
          </a:p>
          <a:p>
            <a:r>
              <a:t>重点是：整个东西是 Kiro 做的。</a:t>
            </a:r>
          </a:p>
          <a:p>
            <a:r>
              <a:t>Quick Spec 把一句话拆成需求、设计、任务；</a:t>
            </a:r>
          </a:p>
          <a:p>
            <a:r>
              <a:t>并行 tasks 同时跑前端、后端和测试；</a:t>
            </a:r>
          </a:p>
          <a:p>
            <a:r>
              <a:t>三个 Crew 子 Agent 负责仓鼠人格、commit 考古和界面；</a:t>
            </a:r>
          </a:p>
          <a:p>
            <a:r>
              <a:t>最关键的一步是 Agent Hook：在 Kiro 里保存代码，</a:t>
            </a:r>
          </a:p>
          <a:p>
            <a:r>
              <a:t>Hook 自动跑测试并 curl 一下 /feed，仓鼠当场吃瓜子。</a:t>
            </a:r>
          </a:p>
          <a:p>
            <a:r>
              <a:t>Kiro Hook 不只是开发工具，它成了产品的消化系统。</a:t>
            </a:r>
          </a:p>
          <a:p>
            <a:r>
              <a:t>多模型方面，Claude 写人格，DeepSeek 审代码，Auto 负责调度。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【为什么会被传播 · 约 30 秒】</a:t>
            </a:r>
          </a:p>
          <a:p>
            <a:r>
              <a:t>为什么它会被转发？</a:t>
            </a:r>
          </a:p>
          <a:p>
            <a:r>
              <a:t>第一，名字就是梗，仓库的仓、仓鼠的鼠，30 秒讲得清。</a:t>
            </a:r>
          </a:p>
          <a:p>
            <a:r>
              <a:t>第二，每个人玩的是自己的仓库，看到的是自己的摆烂和卷。</a:t>
            </a:r>
          </a:p>
          <a:p>
            <a:r>
              <a:t>第三，体检报告天生适合晒。</a:t>
            </a:r>
          </a:p>
          <a:p>
            <a:r>
              <a:t>它没什么用，但它具备传播的所有要素。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【收尾 · 约 30 秒】</a:t>
            </a:r>
          </a:p>
          <a:p>
            <a:r>
              <a:t>最后一句话：它没什么用，但你会因为它，想多写一行好代码。</a:t>
            </a:r>
          </a:p>
          <a:p>
            <a:r>
              <a:t>这就是“无用之用”。</a:t>
            </a:r>
          </a:p>
          <a:p>
            <a:r>
              <a:t>谢谢大家，欢迎现场领养，也欢迎问我 Kiro 到底怎么用。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代码仓鼠·第1页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代码仓鼠·第2页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代码仓鼠·第3页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代码仓鼠·第4页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代码仓鼠·第5页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代码仓鼠·第6页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代码仓鼠·第7页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代码仓鼠·第8页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